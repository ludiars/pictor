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Pictor Demo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PBR + Shadow + GI デモ解説資料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デモ一覧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Vulkan Window Demo (pictor_demo)</a:t>
            </a:r>
          </a:p>
          <a:p>
            <a:pPr/>
            <a:r>
              <a:t>   - 最小構成のVulkan パイプライン動作確認</a:t>
            </a:r>
          </a:p>
          <a:p>
            <a:pPr/>
            <a:r>
              <a:t>2. 1M Spheres Benchmark (pictor_benchmark)</a:t>
            </a:r>
          </a:p>
          <a:p>
            <a:pPr/>
            <a:r>
              <a:t>   - 100万オブジェクトのストレステスト</a:t>
            </a:r>
          </a:p>
          <a:p>
            <a:pPr/>
            <a:r>
              <a:t>3. PBR Graphics Demo (pictor_graphics_demo)</a:t>
            </a:r>
          </a:p>
          <a:p>
            <a:pPr/>
            <a:r>
              <a:t>   - PBR + Shadow + GI 統合デモ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Vulkan Window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GLFW ウィンドウ + Vulkan スワップチェーン初期化</a:t>
            </a:r>
          </a:p>
          <a:p>
            <a:pPr/>
            <a:r>
              <a:t>クリアカラー HSV アニメーション (10秒で1周)</a:t>
            </a:r>
          </a:p>
          <a:p>
            <a:pPr/>
            <a:r>
              <a:t>1000 個テストオブジェクト登録 + プロファイラ統計</a:t>
            </a:r>
          </a:p>
          <a:p>
            <a:pPr/>
            <a:r>
              <a:t>Vulkan Validation Layer 有効</a:t>
            </a:r>
          </a:p>
          <a:p>
            <a:pPr/>
            <a:r>
              <a:t>ソース: demo/main.cpp (約210行)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1M Spheres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1,000,000 球体を 3D リサージュ曲線で移動</a:t>
            </a:r>
          </a:p>
          <a:p>
            <a:pPr/>
            <a:r>
              <a:t>GPU Compute (デフォルト) / CPU (--cpu) モード</a:t>
            </a:r>
          </a:p>
          <a:p>
            <a:pPr/>
            <a:r>
              <a:t>SimpleRenderer (icosphere instanced draw)</a:t>
            </a:r>
          </a:p>
          <a:p>
            <a:pPr/>
            <a:r>
              <a:t>プロファイラ出力: JSON / CSV / Chrome Tracing</a:t>
            </a:r>
          </a:p>
          <a:p>
            <a:pPr/>
            <a:r>
              <a:t>CPU フレーム時間目標: &lt; 0.5ms</a:t>
            </a:r>
          </a:p>
          <a:p>
            <a:pPr/>
            <a:r>
              <a:t>ソース: benchmark/main.cpp (約380行)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PBR Graphics Demo — 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Cook-Torrance BRDF (GGX + Smith + Schlick Fresnel)</a:t>
            </a:r>
          </a:p>
          <a:p>
            <a:pPr/>
            <a:r>
              <a:t>メタリックキューブ (metalness=0.95, roughness=0.15)</a:t>
            </a:r>
          </a:p>
          <a:p>
            <a:pPr/>
            <a:r>
              <a:t>地面 (concrete) + 3 静的メタリック球 (銅/金/チタン)</a:t>
            </a:r>
          </a:p>
          <a:p>
            <a:pPr/>
            <a:r>
              <a:t>1 動的球 (teal emissive, 円運動)</a:t>
            </a:r>
          </a:p>
          <a:p>
            <a:pPr/>
            <a:r>
              <a:t>ディレクショナルライト + スポットライト</a:t>
            </a:r>
          </a:p>
          <a:p>
            <a:pPr/>
            <a:r>
              <a:t>PCSS ソフトシャドウ + SSAO + ライトマップベイク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PBR Demo — シーン構成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メタリックキューブ: Chrome (中央, 回転アニメ, Static)</a:t>
            </a:r>
          </a:p>
          <a:p>
            <a:pPr/>
            <a:r>
              <a:t>地面: Concrete 30x30 (Y=0, Shadow Receiver)</a:t>
            </a:r>
          </a:p>
          <a:p>
            <a:pPr/>
            <a:r>
              <a:t>銅球: Copper metalness=0.9 (右前方, Static)</a:t>
            </a:r>
          </a:p>
          <a:p>
            <a:pPr/>
            <a:r>
              <a:t>金球: Gold metalness=0.95 (左前方, Static)</a:t>
            </a:r>
          </a:p>
          <a:p>
            <a:pPr/>
            <a:r>
              <a:t>チタン球: Titanium metalness=0.85 (後方, Static)</a:t>
            </a:r>
          </a:p>
          <a:p>
            <a:pPr/>
            <a:r>
              <a:t>ダイナミック球: Teal Emissive (円軌道, Dynamic)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PBR Demo — ライティング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太陽光 (Directional): 暖白, 強度 2.5</a:t>
            </a:r>
          </a:p>
          <a:p>
            <a:pPr/>
            <a:r>
              <a:t>  - PCSS シャドウ: 3カスケード CSM, 2048解像度</a:t>
            </a:r>
          </a:p>
          <a:p>
            <a:pPr/>
            <a:r>
              <a:t>  - コンタクトハードニングソフトシャドウ</a:t>
            </a:r>
          </a:p>
          <a:p>
            <a:pPr/>
            <a:r>
              <a:t>スポットライト (Spot): 暖色, 強度 4.0</a:t>
            </a:r>
          </a:p>
          <a:p>
            <a:pPr/>
            <a:r>
              <a:t>  - コーン: inner=20度, outer=35度</a:t>
            </a:r>
          </a:p>
          <a:p>
            <a:pPr/>
            <a:r>
              <a:t>  - シーン中心を照らしながら周回運動</a:t>
            </a:r>
          </a:p>
          <a:p>
            <a:pPr/>
            <a:r>
              <a:t>アンビエント: 半球ライティング (天空+地面バウンス)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PBR Demo — GI システム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シャドウマッピング:</a:t>
            </a:r>
          </a:p>
          <a:p>
            <a:pPr/>
            <a:r>
              <a:t>  - CSM 3カスケード, 2048解像度, PCSS フィルタ</a:t>
            </a:r>
          </a:p>
          <a:p>
            <a:pPr/>
            <a:r>
              <a:t>  - depth bias + normal bias + slope-scale bias</a:t>
            </a:r>
          </a:p>
          <a:p>
            <a:pPr/>
            <a:r>
              <a:t>SSAO (Screen-Space Ambient Occlusion):</a:t>
            </a:r>
          </a:p>
          <a:p>
            <a:pPr/>
            <a:r>
              <a:t>  - 32サンプル, radius=0.5, bilateral blur</a:t>
            </a:r>
          </a:p>
          <a:p>
            <a:pPr/>
            <a:r>
              <a:t>ライトマップベイク:</a:t>
            </a:r>
          </a:p>
          <a:p>
            <a:pPr/>
            <a:r>
              <a:t>  - bake_static_gi() で静的オブジェクトを事前計算</a:t>
            </a:r>
          </a:p>
          <a:p>
            <a:pPr/>
            <a:r>
              <a:t>  - Shadow + AO + Lightmap を GPU にアップロード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PBR Demo — シェーダ詳細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Cook-Torrance Specular BRDF:</a:t>
            </a:r>
          </a:p>
          <a:p>
            <a:pPr/>
            <a:r>
              <a:t>  D: GGX Normal Distribution Function</a:t>
            </a:r>
          </a:p>
          <a:p>
            <a:pPr/>
            <a:r>
              <a:t>  G: Smith's Schlick-GGX Geometry</a:t>
            </a:r>
          </a:p>
          <a:p>
            <a:pPr/>
            <a:r>
              <a:t>  F: Schlick Fresnel (F0 = mix(0.04, albedo, metallic))</a:t>
            </a:r>
          </a:p>
          <a:p>
            <a:pPr/>
            <a:r>
              <a:t>Diffuse: Lambert (kD * albedo / PI)</a:t>
            </a:r>
          </a:p>
          <a:p>
            <a:pPr/>
            <a:r>
              <a:t>エネルギー保存: kD = (1-F) * (1-metallic)</a:t>
            </a:r>
          </a:p>
          <a:p>
            <a:pPr/>
            <a:r>
              <a:t>トーンマッピング: ACES Filmic + sRGB ガンマ補正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ビルド方法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cmake -DPICTOR_BUILD_DEMO=ON \</a:t>
            </a:r>
          </a:p>
          <a:p>
            <a:pPr/>
            <a:r>
              <a:t>      -DPICTOR_BUILD_BENCHMARK=ON \</a:t>
            </a:r>
          </a:p>
          <a:p>
            <a:pPr/>
            <a:r>
              <a:t>      -DPICTOR_BUILD_GRAPHICS_DEMO=ON ..</a:t>
            </a:r>
          </a:p>
          <a:p>
            <a:pPr/>
            <a:r>
              <a:t>make pictor_demo pictor_benchmark pictor_graphics_demo</a:t>
            </a:r>
          </a:p>
          <a:p>
            <a:pPr/>
          </a:p>
          <a:p>
            <a:pPr/>
            <a:r>
              <a:t>要件: CMake 3.20+, C++20, Vulkan SDK, GLFW3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